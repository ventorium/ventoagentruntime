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</p:nvSpPr>
        <p:spPr/>
        <p:txBody>
          <a:p>
            <a:r>
              <a:t>Quarterly Review</a:t>
            </a:r>
          </a:p>
        </p:txBody>
      </p:sp>
      <p:sp>
        <p:nvSpPr>
          <p:cNvPr id="2" name="Body"/>
          <p:cNvSpPr/>
        </p:nvSpPr>
        <p:spPr/>
        <p:txBody>
          <a:p>
            <a:r>
              <a:t>Highlights from Q1 2026.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</p:nvSpPr>
        <p:spPr/>
        <p:txBody>
          <a:p>
            <a:r>
              <a:t>Roadmap</a:t>
            </a:r>
          </a:p>
        </p:txBody>
      </p:sp>
      <p:sp>
        <p:nvSpPr>
          <p:cNvPr id="2" name="Body"/>
          <p:cNvSpPr/>
        </p:nvSpPr>
        <p:spPr/>
        <p:txBody>
          <a:p>
            <a:r>
              <a:t>Ship the new search ranking by end of Q2.</a:t>
            </a:r>
          </a:p>
        </p:txBody>
      </p:sp>
    </p:spTree>
  </p:cSld>
</p:sld>
</file>